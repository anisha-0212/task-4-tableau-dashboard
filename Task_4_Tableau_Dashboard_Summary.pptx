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Call Center Performance Dashboard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Task 4: Dashboard Design</a:t>
            </a:r>
          </a:p>
          <a:p>
            <a:r>
              <a:t>Tool: Tableau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Design an interactive dashboard for business stakeholders.</a:t>
            </a:r>
          </a:p>
          <a:p>
            <a:pPr>
              <a:spcAft>
                <a:spcPts val="1200"/>
              </a:spcAft>
              <a:defRPr sz="2200"/>
            </a:pPr>
            <a:r>
              <a:t>Summarize call-center performance using key KPIs and visualizations.</a:t>
            </a:r>
          </a:p>
          <a:p>
            <a:pPr>
              <a:spcAft>
                <a:spcPts val="1200"/>
              </a:spcAft>
              <a:defRPr sz="2200"/>
            </a:pPr>
            <a:r>
              <a:t>Make the dashboard easy to understand and useful for comparing agents.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Dataset &amp; KPIs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Dataset fields include Agent, Call, Customer, Duration, Picked Up and Product Sold.</a:t>
            </a:r>
          </a:p>
          <a:p>
            <a:pPr>
              <a:spcAft>
                <a:spcPts val="1200"/>
              </a:spcAft>
              <a:defRPr sz="2200"/>
            </a:pPr>
            <a:r>
              <a:t>Total Calls: 9,939</a:t>
            </a:r>
          </a:p>
          <a:p>
            <a:pPr>
              <a:spcAft>
                <a:spcPts val="1200"/>
              </a:spcAft>
              <a:defRPr sz="2200"/>
            </a:pPr>
            <a:r>
              <a:t>Calls Picked Up: 6,920</a:t>
            </a:r>
          </a:p>
          <a:p>
            <a:pPr>
              <a:spcAft>
                <a:spcPts val="1200"/>
              </a:spcAft>
              <a:defRPr sz="2200"/>
            </a:pPr>
            <a:r>
              <a:t>Products Sold: 2,089</a:t>
            </a:r>
          </a:p>
          <a:p>
            <a:pPr>
              <a:spcAft>
                <a:spcPts val="1200"/>
              </a:spcAft>
              <a:defRPr sz="2200"/>
            </a:pPr>
            <a:r>
              <a:t>Other KPIs: Total Customers and Average Call Duration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Dashboard Visualizations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Calls by Agent – compares the number of calls handled by each agent.</a:t>
            </a:r>
          </a:p>
          <a:p>
            <a:pPr>
              <a:spcAft>
                <a:spcPts val="1200"/>
              </a:spcAft>
              <a:defRPr sz="2200"/>
            </a:pPr>
            <a:r>
              <a:t>Products Sold by Agent – compares product sales performance across agents.</a:t>
            </a:r>
          </a:p>
          <a:p>
            <a:pPr>
              <a:spcAft>
                <a:spcPts val="1200"/>
              </a:spcAft>
              <a:defRPr sz="2200"/>
            </a:pPr>
            <a:r>
              <a:t>Call Pickup Status – shows picked-up versus not-picked-up calls.</a:t>
            </a:r>
          </a:p>
          <a:p>
            <a:pPr>
              <a:spcAft>
                <a:spcPts val="1200"/>
              </a:spcAft>
              <a:defRPr sz="2200"/>
            </a:pPr>
            <a:r>
              <a:t>Average Duration by Agent – compares average call duration between agents.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Interactivity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The dashboard supports interactive agent selection.</a:t>
            </a:r>
          </a:p>
          <a:p>
            <a:pPr>
              <a:spcAft>
                <a:spcPts val="1200"/>
              </a:spcAft>
              <a:defRPr sz="2200"/>
            </a:pPr>
            <a:r>
              <a:t>Selecting an agent in the Calls by Agent chart filters the other dashboard views.</a:t>
            </a:r>
          </a:p>
          <a:p>
            <a:pPr>
              <a:spcAft>
                <a:spcPts val="1200"/>
              </a:spcAft>
              <a:defRPr sz="2200"/>
            </a:pPr>
            <a:r>
              <a:t>This allows stakeholders to examine individual agent performance quickly.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Key Insights &amp;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  <a:defRPr sz="2200"/>
            </a:pPr>
            <a:r>
              <a:t>There were 9,939 total calls in the dataset.</a:t>
            </a:r>
          </a:p>
          <a:p>
            <a:pPr>
              <a:spcAft>
                <a:spcPts val="1200"/>
              </a:spcAft>
              <a:defRPr sz="2200"/>
            </a:pPr>
            <a:r>
              <a:t>6,920 calls were picked up, while 3,019 were not picked up.</a:t>
            </a:r>
          </a:p>
          <a:p>
            <a:pPr>
              <a:spcAft>
                <a:spcPts val="1200"/>
              </a:spcAft>
              <a:defRPr sz="2200"/>
            </a:pPr>
            <a:r>
              <a:t>2,089 records indicate a product was sold.</a:t>
            </a:r>
          </a:p>
          <a:p>
            <a:pPr>
              <a:spcAft>
                <a:spcPts val="1200"/>
              </a:spcAft>
              <a:defRPr sz="2200"/>
            </a:pPr>
            <a:r>
              <a:t>Agent-level charts help identify differences in call volume, sales and call duration.</a:t>
            </a:r>
          </a:p>
          <a:p>
            <a:pPr>
              <a:spcAft>
                <a:spcPts val="1200"/>
              </a:spcAft>
              <a:defRPr sz="2200"/>
            </a:pPr>
            <a:r>
              <a:t>The dataset does not contain a Date/Time field, so a true time-series analysis was not included.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